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99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1"/>
            </a:pPr>
            <a:r>
              <a:t>Problem Statement ID: SIH26101</a:t>
            </a:r>
          </a:p>
          <a:p>
            <a:pPr>
              <a:defRPr sz="1800" b="1"/>
            </a:pPr>
            <a:r>
              <a:t>Problem Statement Title: AI-Powered Capacity Building for India's Official Statistical System</a:t>
            </a:r>
          </a:p>
          <a:p>
            <a:pPr>
              <a:defRPr sz="1800" b="1"/>
            </a:pPr>
            <a:r>
              <a:t>Theme: Smart Education / EdTech</a:t>
            </a:r>
          </a:p>
          <a:p>
            <a:pPr>
              <a:defRPr sz="1800" b="1"/>
            </a:pPr>
            <a:r>
              <a:t>PS Category: Software</a:t>
            </a:r>
          </a:p>
          <a:p>
            <a:pPr>
              <a:defRPr sz="1800" b="1"/>
            </a:pPr>
            <a:r>
              <a:t>Team ID: [Your Team ID]</a:t>
            </a:r>
          </a:p>
          <a:p>
            <a:pPr>
              <a:defRPr sz="1800" b="1"/>
            </a:pPr>
            <a:r>
              <a:t>Team Name: [Your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TITLE: StatSarthi - Capacity Building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Proposed Solution (3 Pillars):</a:t>
            </a:r>
          </a:p>
          <a:p>
            <a:pPr lvl="1"/>
            <a:r>
              <a:t>1. Diagnose (Gap Finder): AI assesses official's proficiency across 4 FRAC domains (Aware to Ustad).</a:t>
            </a:r>
          </a:p>
          <a:p>
            <a:pPr lvl="1"/>
            <a:r>
              <a:t>2. Recommend (Pathway Engine): Cross-references gaps with NSSTA training calendar to generate hyper-personalized curriculums.</a:t>
            </a:r>
          </a:p>
          <a:p>
            <a:pPr lvl="1"/>
            <a:r>
              <a:t>3. Assess (AI Quiz Generator): Instantly transforms MoSPI manuals into Bloom's Taxonomy-aligned MCQs.</a:t>
            </a:r>
          </a:p>
          <a:p>
            <a:pPr>
              <a:defRPr b="1"/>
            </a:pPr>
            <a:r>
              <a:t>Innovation: Features a 'Feynman Mode' AI that explains incorrect answers using intuitive, real-world analogies rather than dry technical jargon.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 Used:</a:t>
            </a:r>
          </a:p>
          <a:p>
            <a:pPr lvl="1"/>
            <a:r>
              <a:t>Frontend: React 18, Vite, TypeScript, TailwindCSS</a:t>
            </a:r>
          </a:p>
          <a:p>
            <a:pPr lvl="1"/>
            <a:r>
              <a:t>Backend: Firebase Auth, Firestore NoSQL</a:t>
            </a:r>
          </a:p>
          <a:p>
            <a:pPr lvl="1"/>
            <a:r>
              <a:t>AI Engine: Google Gemini 2.5 Flash API (Sandboxed)</a:t>
            </a:r>
          </a:p>
          <a:p>
            <a:pPr/>
            <a:r>
              <a:t>Methodology &amp; Architecture Flow:</a:t>
            </a:r>
          </a:p>
          <a:p>
            <a:pPr lvl="1"/>
            <a:r>
              <a:t>Official Takes Diagnostic -&gt; Gaps Identified -&gt; Cross-referenced with NSSTA &amp; iGOT -&gt; Personalized Pathway Generated -&gt; Continuous Evaluation via AI Quiz -&gt; Adaptive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Feasibility:</a:t>
            </a:r>
          </a:p>
          <a:p>
            <a:pPr lvl="1"/>
            <a:r>
              <a:t>Extremely high. Uses serverless Firebase architecture requiring zero physical server maintenance.</a:t>
            </a:r>
          </a:p>
          <a:p>
            <a:pPr/>
            <a:r>
              <a:t>Challenges &amp; Risks:</a:t>
            </a:r>
          </a:p>
          <a:p>
            <a:pPr lvl="1"/>
            <a:r>
              <a:t>Risk 1: iGOT Karmayogi lacks public APIs for course scraping.</a:t>
            </a:r>
          </a:p>
          <a:p>
            <a:pPr lvl="1"/>
            <a:r>
              <a:t>Risk 2: Uploading classified MoSPI data to public AI models.</a:t>
            </a:r>
          </a:p>
          <a:p>
            <a:pPr/>
            <a:r>
              <a:t>Strategies for Overcoming:</a:t>
            </a:r>
          </a:p>
          <a:p>
            <a:pPr lvl="1"/>
            <a:r>
              <a:t>Solution 1: We modeled courses using open-source Sunbird schemas, making the app 'ecosystem-ready' for API releases.</a:t>
            </a:r>
          </a:p>
          <a:p>
            <a:pPr lvl="1"/>
            <a:r>
              <a:t>Solution 2: Enterprise-grade API sandboxing. Zero-retention policies on Gemini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Audience: 4,000+ officials across the Indian Official Statistical System (DES, NSSTA, NSO).</a:t>
            </a:r>
          </a:p>
          <a:p>
            <a:pPr/>
            <a:r>
              <a:t>Economic Benefits:</a:t>
            </a:r>
          </a:p>
          <a:p>
            <a:pPr lvl="1"/>
            <a:r>
              <a:t>Optimizes national training budget. Physical workshops are reserved for macro-level gaps; micro-gaps handled via digital iGOT pathways.</a:t>
            </a:r>
          </a:p>
          <a:p>
            <a:pPr/>
            <a:r>
              <a:t>Social Benefits:</a:t>
            </a:r>
          </a:p>
          <a:p>
            <a:pPr lvl="1"/>
            <a:r>
              <a:t>Eliminates 'one-size-fits-all' training. Empowers officials with Feynman Mode to truly understand statistics.</a:t>
            </a:r>
          </a:p>
          <a:p>
            <a:pPr/>
            <a:r>
              <a:t>Scalability:</a:t>
            </a:r>
          </a:p>
          <a:p>
            <a:pPr lvl="1"/>
            <a:r>
              <a:t>FRAC competency mapping is pluggable. This architecture can scale laterally to all 27+ central ministries.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References used in Prototype:</a:t>
            </a:r>
          </a:p>
          <a:p>
            <a:pPr lvl="1"/>
            <a:r>
              <a:t>1. FRAC Framework: Mission Karmayogi's standard for roles, activities, and competencies mapping.</a:t>
            </a:r>
          </a:p>
          <a:p>
            <a:pPr lvl="1"/>
            <a:r>
              <a:t>2. NSSTA Training Calendar (FY 2021-22): Used as the baseline ground truth to seed realistic training pathways (Source: mospi.gov.in).</a:t>
            </a:r>
          </a:p>
          <a:p>
            <a:pPr lvl="1"/>
            <a:r>
              <a:t>3. Statistical Quality Assessment Framework (SQAF): Used to guide the AI on data quality standards (Based on UN NQAF 2019).</a:t>
            </a:r>
          </a:p>
          <a:p>
            <a:pPr lvl="1"/>
            <a:r>
              <a:t>4. Sunbird Platform Documentation: Reference for modeling iGOT course structures.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